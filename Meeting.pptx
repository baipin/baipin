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62" r:id="rId3"/>
    <p:sldId id="263" r:id="rId4"/>
    <p:sldId id="259" r:id="rId5"/>
    <p:sldId id="266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5" r:id="rId14"/>
    <p:sldId id="276" r:id="rId15"/>
    <p:sldId id="277" r:id="rId16"/>
    <p:sldId id="278" r:id="rId17"/>
    <p:sldId id="274" r:id="rId18"/>
    <p:sldId id="26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1117"/>
    <a:srgbClr val="B11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BE65244-C17B-4E3F-A0F1-3F66221123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678BF84-0C6B-4938-B7DD-40E1645B0F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1584" y="3593554"/>
            <a:ext cx="6773244" cy="101977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6000" b="0" cap="none" spc="0">
                <a:ln w="0"/>
                <a:solidFill>
                  <a:srgbClr val="B1111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b="1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840439659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DE0C18-BF3D-44D0-B2F8-86651F4441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731A9-A502-4DC1-9C5D-C7B7C0EB22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225" y="2784529"/>
            <a:ext cx="5770563" cy="25986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b="1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1764155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CA9EAA-010C-42A6-ADA8-21064C285E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432BD-19B6-4EF5-B36E-914DDAF386B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78630" y="1738423"/>
            <a:ext cx="7975169" cy="45848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4389575-3C5E-4523-B268-8336ECF6DD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3667" y="387458"/>
            <a:ext cx="9840132" cy="93506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</a:t>
            </a:r>
            <a:r>
              <a:rPr lang="en-HK" dirty="0"/>
              <a:t>add </a:t>
            </a:r>
            <a:r>
              <a:rPr lang="en-US" dirty="0"/>
              <a:t>title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132482670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A0513A-1452-4A1B-A036-05EF0C04C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432BD-19B6-4EF5-B36E-914DDAF386B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2462" y="1866820"/>
            <a:ext cx="10367075" cy="43944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4389575-3C5E-4523-B268-8336ECF6DD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462" y="418455"/>
            <a:ext cx="10367075" cy="9092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</a:t>
            </a:r>
            <a:r>
              <a:rPr lang="en-HK" dirty="0"/>
              <a:t>add </a:t>
            </a:r>
            <a:r>
              <a:rPr lang="en-US" dirty="0"/>
              <a:t>title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028814292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A0513A-1452-4A1B-A036-05EF0C04C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icture Placeholder 16">
            <a:extLst>
              <a:ext uri="{FF2B5EF4-FFF2-40B4-BE49-F238E27FC236}">
                <a16:creationId xmlns:a16="http://schemas.microsoft.com/office/drawing/2014/main" id="{92E5614B-C5DB-4EC4-B149-11A1707CEB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2257" y="697424"/>
            <a:ext cx="7284204" cy="495945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单击图标添加图片</a:t>
            </a:r>
            <a:endParaRPr lang="en-HK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95FC4A8-BA2C-406E-B5D5-280CCFCB774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38087" y="2887851"/>
            <a:ext cx="2941449" cy="27690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3159898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7A4725-FEFF-4146-B0B9-7A4C716D0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icture Placeholder 16">
            <a:extLst>
              <a:ext uri="{FF2B5EF4-FFF2-40B4-BE49-F238E27FC236}">
                <a16:creationId xmlns:a16="http://schemas.microsoft.com/office/drawing/2014/main" id="{ACFA8976-797F-4779-927B-F73056C7CA5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766" y="1575660"/>
            <a:ext cx="11065790" cy="485355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单击图标添加图片</a:t>
            </a:r>
            <a:endParaRPr lang="en-HK" dirty="0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A7A7EAE1-C4AF-414A-AE13-DB553E7DD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766" y="428786"/>
            <a:ext cx="9366142" cy="93506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</a:t>
            </a:r>
            <a:r>
              <a:rPr lang="en-HK" dirty="0"/>
              <a:t>add </a:t>
            </a:r>
            <a:r>
              <a:rPr lang="en-US" dirty="0"/>
              <a:t>title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706275105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635F2C-546E-4118-A7DC-52E3D289DE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D9DD81-318F-4342-90A7-C5B6AE870A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6446" y="1560162"/>
            <a:ext cx="5104109" cy="384874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单击图标添加图片</a:t>
            </a:r>
            <a:endParaRPr lang="en-HK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4257B64-4616-4473-AB33-2CA96A857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67159" y="2665708"/>
            <a:ext cx="4546169" cy="1911457"/>
          </a:xfrm>
          <a:prstGeom prst="rect">
            <a:avLst/>
          </a:prstGeom>
        </p:spPr>
        <p:txBody>
          <a:bodyPr/>
          <a:lstStyle>
            <a:lvl1pPr algn="ctr">
              <a:defRPr sz="5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68776365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5D5C98-D5AC-4A75-8949-AD9C880D84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14257B64-4616-4473-AB33-2CA96A857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6754" y="2782403"/>
            <a:ext cx="6462982" cy="1293193"/>
          </a:xfrm>
          <a:prstGeom prst="rect">
            <a:avLst/>
          </a:prstGeom>
        </p:spPr>
        <p:txBody>
          <a:bodyPr/>
          <a:lstStyle>
            <a:lvl1pPr algn="ctr">
              <a:defRPr sz="7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You!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38130755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78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51" r:id="rId3"/>
    <p:sldLayoutId id="2147483660" r:id="rId4"/>
    <p:sldLayoutId id="2147483676" r:id="rId5"/>
    <p:sldLayoutId id="2147483677" r:id="rId6"/>
    <p:sldLayoutId id="2147483653" r:id="rId7"/>
    <p:sldLayoutId id="2147483675" r:id="rId8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cityu.edu.hk/catalogue/ug/current/Major/BSC1_DSC-1.htm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cityuge.com/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tyu.edu.hk/cc/student-life-and-learning/internship-schemes/itc-stem-internship-scheme" TargetMode="External"/><Relationship Id="rId2" Type="http://schemas.openxmlformats.org/officeDocument/2006/relationships/hyperlink" Target="https://banweb.cityu.edu.hk/pls/PROD/hwwjpostenq_cityu.main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rive.google.com/file/d/12XhJAL0oKvsKZxEgO9YuZEHZvoDko9fm/view?usp=sharing" TargetMode="Externa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9343B8-EB39-41A6-93B9-DAF71810FE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73531" y="3602038"/>
            <a:ext cx="9144000" cy="1655762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en-HK" dirty="0"/>
              <a:t>Mentor-Mentee Meeting</a:t>
            </a:r>
          </a:p>
          <a:p>
            <a:r>
              <a:rPr lang="en-HK" dirty="0"/>
              <a:t>16-09-2026</a:t>
            </a:r>
          </a:p>
        </p:txBody>
      </p:sp>
    </p:spTree>
    <p:extLst>
      <p:ext uri="{BB962C8B-B14F-4D97-AF65-F5344CB8AC3E}">
        <p14:creationId xmlns:p14="http://schemas.microsoft.com/office/powerpoint/2010/main" val="227121427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BBE0AB-A095-4488-B530-35B9C485FD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457199" y="2834405"/>
            <a:ext cx="7199226" cy="1473962"/>
          </a:xfrm>
        </p:spPr>
        <p:txBody>
          <a:bodyPr/>
          <a:lstStyle/>
          <a:p>
            <a:r>
              <a:rPr lang="en-HK" dirty="0"/>
              <a:t>WANG Dingchao</a:t>
            </a:r>
          </a:p>
          <a:p>
            <a:r>
              <a:rPr lang="en-HK" dirty="0"/>
              <a:t>Year-4, Data Science</a:t>
            </a:r>
          </a:p>
        </p:txBody>
      </p:sp>
    </p:spTree>
    <p:extLst>
      <p:ext uri="{BB962C8B-B14F-4D97-AF65-F5344CB8AC3E}">
        <p14:creationId xmlns:p14="http://schemas.microsoft.com/office/powerpoint/2010/main" val="286841904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575F93-BACD-4D50-B746-84639F35B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altLang="zh-C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E-mail: dc.wang@my.cityu.edu.hk</a:t>
            </a:r>
          </a:p>
          <a:p>
            <a:r>
              <a:rPr lang="en-HK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WhatsApp: (+852)6076 3312</a:t>
            </a:r>
          </a:p>
          <a:p>
            <a:r>
              <a:rPr lang="en-HK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WeChat: </a:t>
            </a:r>
            <a:r>
              <a:rPr lang="en-HK" sz="3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baipine</a:t>
            </a:r>
            <a:endParaRPr lang="en-HK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IG: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@baipinins</a:t>
            </a:r>
            <a:endParaRPr lang="en-HK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B17292-CBC0-4463-A1A9-A2C56542B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268813737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4C0E7-39C2-49DD-B9E0-D3DE1E9AF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462" y="1866820"/>
            <a:ext cx="10367075" cy="4664609"/>
          </a:xfrm>
        </p:spPr>
        <p:txBody>
          <a:bodyPr/>
          <a:lstStyle/>
          <a:p>
            <a:endParaRPr lang="en-H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D52C8A-42E8-49A5-BBF4-5363BFFA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462" y="402336"/>
            <a:ext cx="10367075" cy="945751"/>
          </a:xfrm>
        </p:spPr>
        <p:txBody>
          <a:bodyPr/>
          <a:lstStyle/>
          <a:p>
            <a:endParaRPr lang="en-HK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082892-463C-A722-2FDA-8ACE51051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88" y="109728"/>
            <a:ext cx="9817701" cy="663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3902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F6DC4F6-8370-47AB-A901-9C5630F5B2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5871" y="4680994"/>
            <a:ext cx="11145067" cy="793936"/>
          </a:xfrm>
        </p:spPr>
        <p:txBody>
          <a:bodyPr/>
          <a:lstStyle/>
          <a:p>
            <a:r>
              <a:rPr lang="fr-FR" altLang="zh-CN" dirty="0">
                <a:hlinkClick r:id="rId2"/>
              </a:rPr>
              <a:t>https://www.cityu.edu.hk/catalogue/ug/current/Major/BSC1_DSC-1.htm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F048B-E4E0-48A5-ABBF-2080ACF6F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0A48FF-E24C-AD88-76A1-1E58B390E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71" y="0"/>
            <a:ext cx="5806477" cy="45636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899E6DC-9DEF-C843-4F1E-4D9928F29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206" y="2770544"/>
            <a:ext cx="5951923" cy="15018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099FBC-FA5B-8E54-330C-0570D31E9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2939" y="5227591"/>
            <a:ext cx="1093194" cy="109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389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9D2A45-5757-4B03-BF4A-E2607A684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FEAA35-278D-2061-25D6-74EB6C5E7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382"/>
          <a:stretch>
            <a:fillRect/>
          </a:stretch>
        </p:blipFill>
        <p:spPr>
          <a:xfrm>
            <a:off x="463104" y="416958"/>
            <a:ext cx="9517804" cy="9350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828E98C-3089-764D-0048-B7B90A074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939" y="5227591"/>
            <a:ext cx="1093194" cy="1093194"/>
          </a:xfrm>
          <a:prstGeom prst="rect">
            <a:avLst/>
          </a:prstGeom>
        </p:spPr>
      </p:pic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97B2E5EE-A850-2EEA-EF7E-B48E3DD784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1446" y="1575660"/>
            <a:ext cx="11065790" cy="4853554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53190D-A915-B64E-DDA6-3CEB3404E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64" y="1128383"/>
            <a:ext cx="7008007" cy="476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7892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A915-D297-7A47-D5F2-454E3BD10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ACB5E5-C68F-566F-97ED-C040ED50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DD4273B-E544-69A0-25E8-947568999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939" y="5227591"/>
            <a:ext cx="1093194" cy="1093194"/>
          </a:xfrm>
          <a:prstGeom prst="rect">
            <a:avLst/>
          </a:prstGeom>
        </p:spPr>
      </p:pic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0FBD1668-BEC3-9606-F44A-9CFAC2686B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777E47-AAD8-2178-93ED-2201EF31B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48" y="1575660"/>
            <a:ext cx="10074513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55376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17DD-223F-D26E-E89D-DEA9CC122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734437-223E-7894-7F81-A0803E93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GE Courses</a:t>
            </a:r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6BE56A7B-44F0-EE31-6C13-6FFB4331A3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r>
              <a:rPr lang="en-US" altLang="zh-CN" dirty="0"/>
              <a:t>Recommend personally:</a:t>
            </a:r>
          </a:p>
          <a:p>
            <a:r>
              <a:rPr lang="en-US" altLang="zh-CN" dirty="0">
                <a:hlinkClick r:id="rId2"/>
              </a:rPr>
              <a:t>https:// cityuge.com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6929E3-6FF0-D085-3707-11FC523B6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447" y="1991297"/>
            <a:ext cx="6936787" cy="37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45092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E54E4-76C4-85E5-484B-C2A21818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13B679-D667-A17E-4C5A-32CB80EB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 err="1"/>
              <a:t>DegreeWorks</a:t>
            </a:r>
            <a:endParaRPr lang="en-HK" dirty="0"/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9D445341-88BC-C7C6-3FC0-4D7AC956F7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E5DC65-E804-9F6B-7136-94FDBF729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8" y="1772158"/>
            <a:ext cx="5227773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6235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DF34D-C1C8-7C89-7C51-6E703E41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93C092-CE90-5BFA-B3F1-C5CA67265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Internship &amp; Research</a:t>
            </a:r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9207265B-D322-9905-FF81-E8BE245279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r>
              <a:rPr lang="en-US" altLang="zh-CN" dirty="0"/>
              <a:t>Search by yourself</a:t>
            </a:r>
          </a:p>
          <a:p>
            <a:r>
              <a:rPr lang="en-US" altLang="zh-CN" dirty="0"/>
              <a:t>AIMS: Student Services -&gt; </a:t>
            </a:r>
            <a:r>
              <a:rPr lang="zh-CN" altLang="zh-CN" b="1" dirty="0">
                <a:hlinkClick r:id="rId2"/>
              </a:rPr>
              <a:t>JobPlus Vacancies</a:t>
            </a:r>
            <a:endParaRPr lang="en-US" altLang="zh-CN" b="1" dirty="0"/>
          </a:p>
          <a:p>
            <a:r>
              <a:rPr lang="en-US" altLang="zh-CN" dirty="0"/>
              <a:t>ITC STEM Internship: </a:t>
            </a:r>
          </a:p>
          <a:p>
            <a:r>
              <a:rPr lang="en-US" altLang="zh-CN" dirty="0">
                <a:hlinkClick r:id="rId3"/>
              </a:rPr>
              <a:t>https://www.cityu.edu.hk/cc/student-life-and-learning/internship-schemes/itc-stem-internship-scheme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106F8A-3798-C3AF-53B9-851D24BB3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53" y="4177145"/>
            <a:ext cx="1670858" cy="167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1238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5349-5DCF-87C0-9021-6AC0E937E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C2CDCD-1A54-758B-D654-D8E2CD04A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Internship &amp; Research</a:t>
            </a:r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5334C86B-C273-1109-2D45-145687261C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r>
              <a:rPr lang="en-US" altLang="zh-CN" dirty="0"/>
              <a:t>Find What You are Interested</a:t>
            </a:r>
          </a:p>
        </p:txBody>
      </p:sp>
    </p:spTree>
    <p:extLst>
      <p:ext uri="{BB962C8B-B14F-4D97-AF65-F5344CB8AC3E}">
        <p14:creationId xmlns:p14="http://schemas.microsoft.com/office/powerpoint/2010/main" val="370505829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3B165-F672-AF52-3F4F-0B8EE72C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005B87B-2308-967B-9BBC-831B6B2E3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66" y="2052092"/>
            <a:ext cx="11065790" cy="3900690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77A3822-69D4-A96A-341E-29CD1943E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766" y="428786"/>
            <a:ext cx="9366142" cy="935064"/>
          </a:xfrm>
        </p:spPr>
        <p:txBody>
          <a:bodyPr>
            <a:normAutofit/>
          </a:bodyPr>
          <a:lstStyle/>
          <a:p>
            <a:r>
              <a:rPr lang="en-HK" dirty="0"/>
              <a:t>Major Change</a:t>
            </a:r>
          </a:p>
        </p:txBody>
      </p:sp>
    </p:spTree>
    <p:extLst>
      <p:ext uri="{BB962C8B-B14F-4D97-AF65-F5344CB8AC3E}">
        <p14:creationId xmlns:p14="http://schemas.microsoft.com/office/powerpoint/2010/main" val="146620899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296C0-03B1-F028-70AD-FD6273801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633E80-18F5-60B3-677B-07ABA9C3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766" y="428786"/>
            <a:ext cx="9366142" cy="935064"/>
          </a:xfrm>
        </p:spPr>
        <p:txBody>
          <a:bodyPr>
            <a:normAutofit/>
          </a:bodyPr>
          <a:lstStyle/>
          <a:p>
            <a:r>
              <a:rPr lang="en-HK" dirty="0"/>
              <a:t>Life Around </a:t>
            </a:r>
            <a:r>
              <a:rPr lang="en-HK" dirty="0" err="1"/>
              <a:t>CityU</a:t>
            </a:r>
            <a:endParaRPr lang="en-HK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251808-ED6B-81DF-0A82-0C9F5201C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89" y="1147287"/>
            <a:ext cx="9533538" cy="549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1645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59758-D75C-3BEC-10CB-255A7F2F1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2C3E8F-DD0C-1663-39CE-5F5850BBD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766" y="428786"/>
            <a:ext cx="9366142" cy="935064"/>
          </a:xfrm>
        </p:spPr>
        <p:txBody>
          <a:bodyPr>
            <a:normAutofit/>
          </a:bodyPr>
          <a:lstStyle/>
          <a:p>
            <a:r>
              <a:rPr lang="en-HK" dirty="0"/>
              <a:t>Life Around </a:t>
            </a:r>
            <a:r>
              <a:rPr lang="en-HK" dirty="0" err="1"/>
              <a:t>CityU</a:t>
            </a:r>
            <a:endParaRPr lang="en-HK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4EA009-64EE-CFDB-1F5A-E950B6D0A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34" y="1424734"/>
            <a:ext cx="10181202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9288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AA60A-781A-74C1-813F-7FD6C4EBC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E26926-C1A2-E07F-0F8A-420C48151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766" y="428786"/>
            <a:ext cx="9366142" cy="935064"/>
          </a:xfrm>
        </p:spPr>
        <p:txBody>
          <a:bodyPr>
            <a:normAutofit/>
          </a:bodyPr>
          <a:lstStyle/>
          <a:p>
            <a:r>
              <a:rPr lang="en-HK" dirty="0"/>
              <a:t>Life Around </a:t>
            </a:r>
            <a:r>
              <a:rPr lang="en-HK" dirty="0" err="1"/>
              <a:t>CityU</a:t>
            </a:r>
            <a:endParaRPr lang="en-HK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75DF9D-754B-4865-9906-43237C716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7" y="1063787"/>
            <a:ext cx="11598645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05948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6E2F0-61C5-A314-5845-B4ED38EBF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61C293-60A9-6F35-DF83-AB0C42D19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766" y="428786"/>
            <a:ext cx="9366142" cy="935064"/>
          </a:xfrm>
        </p:spPr>
        <p:txBody>
          <a:bodyPr>
            <a:normAutofit/>
          </a:bodyPr>
          <a:lstStyle/>
          <a:p>
            <a:r>
              <a:rPr lang="en-HK" dirty="0"/>
              <a:t>Life Around </a:t>
            </a:r>
            <a:r>
              <a:rPr lang="en-HK" dirty="0" err="1"/>
              <a:t>CityU</a:t>
            </a:r>
            <a:endParaRPr lang="en-HK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CEF379-8670-5E9A-C4F7-3F8A922CE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66" y="1083433"/>
            <a:ext cx="9148886" cy="570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191921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30A0B-E508-C4C8-BADD-373548665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B9091D-BA4C-05AB-7C9E-5C614CB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altLang="zh-CN" dirty="0"/>
              <a:t>Get this PowerPoint:</a:t>
            </a:r>
            <a:endParaRPr lang="en-HK" dirty="0"/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73A0A85B-D4D4-D273-BD4A-C9AB58C98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3105" y="1575660"/>
            <a:ext cx="11065790" cy="4853554"/>
          </a:xfrm>
        </p:spPr>
        <p:txBody>
          <a:bodyPr/>
          <a:lstStyle/>
          <a:p>
            <a:r>
              <a:rPr lang="en-US" altLang="zh-CN" dirty="0"/>
              <a:t>For mentees mentored by me, I will send this as an attachment to your email inbox.</a:t>
            </a:r>
          </a:p>
          <a:p>
            <a:r>
              <a:rPr lang="en-US" altLang="zh-CN" dirty="0"/>
              <a:t>Download link: </a:t>
            </a:r>
          </a:p>
          <a:p>
            <a:r>
              <a:rPr lang="fr-FR" altLang="zh-CN" dirty="0">
                <a:hlinkClick r:id="rId2"/>
              </a:rPr>
              <a:t>https://drive.google.com/file/d/12XhJAL0oKvsKZxEgO9YuZEHZvoDko9fm/view?usp=sharing</a:t>
            </a:r>
            <a:endParaRPr lang="fr-FR" altLang="zh-CN" dirty="0"/>
          </a:p>
          <a:p>
            <a:endParaRPr lang="fr-FR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9CDCCD-231A-173D-719A-F4DF8A626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71" y="3880402"/>
            <a:ext cx="2548812" cy="254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270500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2157A95-F166-4DDC-A7E1-77D01CEE28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185D73-2317-4F9F-9B7C-0CB137B90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Thanks!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9513FE-7954-A4BB-A32C-48FE59777882}"/>
              </a:ext>
            </a:extLst>
          </p:cNvPr>
          <p:cNvSpPr txBox="1"/>
          <p:nvPr/>
        </p:nvSpPr>
        <p:spPr>
          <a:xfrm>
            <a:off x="174567" y="6115319"/>
            <a:ext cx="11593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i="1" dirty="0">
                <a:effectLst/>
                <a:latin typeface="+mn-lt"/>
              </a:rPr>
              <a:t>Disclaimer: This </a:t>
            </a:r>
            <a:r>
              <a:rPr lang="en-US" altLang="zh-CN" i="1" dirty="0"/>
              <a:t>PowerPoint </a:t>
            </a:r>
            <a:r>
              <a:rPr lang="zh-CN" altLang="zh-CN" i="1" dirty="0">
                <a:effectLst/>
                <a:latin typeface="+mn-lt"/>
              </a:rPr>
              <a:t>is for the use of the </a:t>
            </a:r>
            <a:r>
              <a:rPr lang="en-US" altLang="zh-CN" i="1" dirty="0">
                <a:effectLst/>
                <a:latin typeface="+mn-lt"/>
              </a:rPr>
              <a:t>mentor-mentee meeting </a:t>
            </a:r>
            <a:r>
              <a:rPr lang="zh-CN" altLang="zh-CN" i="1" dirty="0">
                <a:effectLst/>
                <a:latin typeface="+mn-lt"/>
              </a:rPr>
              <a:t>only and may contain </a:t>
            </a:r>
            <a:r>
              <a:rPr lang="en-US" altLang="zh-CN" i="1" dirty="0">
                <a:effectLst/>
                <a:latin typeface="+mn-lt"/>
              </a:rPr>
              <a:t>person</a:t>
            </a:r>
            <a:r>
              <a:rPr lang="zh-CN" altLang="zh-CN" i="1" dirty="0">
                <a:effectLst/>
                <a:latin typeface="+mn-lt"/>
              </a:rPr>
              <a:t>al information and/or copyright material. </a:t>
            </a:r>
            <a:r>
              <a:rPr lang="en-US" altLang="zh-CN" i="1" dirty="0"/>
              <a:t>Please do not re-</a:t>
            </a:r>
            <a:r>
              <a:rPr lang="zh-CN" altLang="zh-CN" i="1" dirty="0">
                <a:effectLst/>
                <a:latin typeface="+mn-lt"/>
              </a:rPr>
              <a:t>distribut</a:t>
            </a:r>
            <a:r>
              <a:rPr lang="en-US" altLang="zh-CN" i="1" dirty="0">
                <a:effectLst/>
                <a:latin typeface="+mn-lt"/>
              </a:rPr>
              <a:t>e</a:t>
            </a:r>
            <a:r>
              <a:rPr lang="zh-CN" altLang="zh-CN" i="1" dirty="0">
                <a:effectLst/>
                <a:latin typeface="+mn-lt"/>
              </a:rPr>
              <a:t>, or </a:t>
            </a:r>
            <a:r>
              <a:rPr lang="en-US" altLang="zh-CN" i="1" dirty="0">
                <a:effectLst/>
                <a:latin typeface="+mn-lt"/>
              </a:rPr>
              <a:t>do any </a:t>
            </a:r>
            <a:r>
              <a:rPr lang="zh-CN" altLang="zh-CN" i="1" dirty="0">
                <a:effectLst/>
                <a:latin typeface="+mn-lt"/>
              </a:rPr>
              <a:t>other form of unauthorized dissemination of the contents.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429051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840B3109-6A19-4B87-92FA-D110AF9E2D2D}" vid="{F78A0B9D-6541-429C-8E6E-FA03F99995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CityUHK_PPT_202504</Template>
  <TotalTime>66</TotalTime>
  <Words>226</Words>
  <Application>Microsoft Office PowerPoint</Application>
  <PresentationFormat>宽屏</PresentationFormat>
  <Paragraphs>32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Arial</vt:lpstr>
      <vt:lpstr>Calibri</vt:lpstr>
      <vt:lpstr>Custom Design</vt:lpstr>
      <vt:lpstr>PowerPoint 演示文稿</vt:lpstr>
      <vt:lpstr>PowerPoint 演示文稿</vt:lpstr>
      <vt:lpstr>Contact</vt:lpstr>
      <vt:lpstr>PowerPoint 演示文稿</vt:lpstr>
      <vt:lpstr>PowerPoint 演示文稿</vt:lpstr>
      <vt:lpstr>PowerPoint 演示文稿</vt:lpstr>
      <vt:lpstr>PowerPoint 演示文稿</vt:lpstr>
      <vt:lpstr>GE Courses</vt:lpstr>
      <vt:lpstr>DegreeWorks</vt:lpstr>
      <vt:lpstr>Internship &amp; Research</vt:lpstr>
      <vt:lpstr>Internship &amp; Research</vt:lpstr>
      <vt:lpstr>Major Change</vt:lpstr>
      <vt:lpstr>Life Around CityU</vt:lpstr>
      <vt:lpstr>Life Around CityU</vt:lpstr>
      <vt:lpstr>Life Around CityU</vt:lpstr>
      <vt:lpstr>Life Around CityU</vt:lpstr>
      <vt:lpstr>Get this PowerPoint: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 Dingchao</dc:creator>
  <cp:lastModifiedBy>WANG Dingchao</cp:lastModifiedBy>
  <cp:revision>3</cp:revision>
  <dcterms:created xsi:type="dcterms:W3CDTF">2026-09-12T08:22:40Z</dcterms:created>
  <dcterms:modified xsi:type="dcterms:W3CDTF">2026-09-12T09:35:28Z</dcterms:modified>
</cp:coreProperties>
</file>